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2BDB4-D7DF-4A20-B2BB-FF69618D6351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EDA45-B656-45D8-AF2E-7FF4E3243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959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2BDB4-D7DF-4A20-B2BB-FF69618D6351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EDA45-B656-45D8-AF2E-7FF4E3243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731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2BDB4-D7DF-4A20-B2BB-FF69618D6351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EDA45-B656-45D8-AF2E-7FF4E3243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286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2BDB4-D7DF-4A20-B2BB-FF69618D6351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EDA45-B656-45D8-AF2E-7FF4E3243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64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2BDB4-D7DF-4A20-B2BB-FF69618D6351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EDA45-B656-45D8-AF2E-7FF4E3243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069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2BDB4-D7DF-4A20-B2BB-FF69618D6351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EDA45-B656-45D8-AF2E-7FF4E3243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38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2BDB4-D7DF-4A20-B2BB-FF69618D6351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EDA45-B656-45D8-AF2E-7FF4E3243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038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2BDB4-D7DF-4A20-B2BB-FF69618D6351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EDA45-B656-45D8-AF2E-7FF4E3243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705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2BDB4-D7DF-4A20-B2BB-FF69618D6351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EDA45-B656-45D8-AF2E-7FF4E3243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790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2BDB4-D7DF-4A20-B2BB-FF69618D6351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EDA45-B656-45D8-AF2E-7FF4E3243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94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2BDB4-D7DF-4A20-B2BB-FF69618D6351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EDA45-B656-45D8-AF2E-7FF4E3243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439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02BDB4-D7DF-4A20-B2BB-FF69618D6351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5EDA45-B656-45D8-AF2E-7FF4E3243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56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73206" y="621436"/>
            <a:ext cx="11109278" cy="67864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500" b="1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                    AVR Timer Waveform Generation Documentation</a:t>
            </a:r>
          </a:p>
          <a:p>
            <a:endParaRPr lang="en-US" sz="2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500" b="1" i="0" dirty="0" smtClean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Project Overview :</a:t>
            </a:r>
          </a:p>
          <a:p>
            <a: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         This project generates four distinct waveforms using AVR microcontroller timers (Timer0, Timer1, Timer2) at 8 MHz CPU clock. Timer0 produces a CTC square wave on PB3, Timer1 generates dual Fast PWM signals on PD5/PD4, and Timer2 creates Phase Correct PWM on PD7. All use 1024 </a:t>
            </a:r>
            <a:r>
              <a:rPr lang="en-US" sz="2000" b="0" i="0" dirty="0" err="1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prescaler</a:t>
            </a:r>
            <a: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 precise frequency control matching embedded timing applications.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System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Architecture</a:t>
            </a:r>
          </a:p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Timer Block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Diagram :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AVR Microcontroller (8 MHz)</a:t>
            </a:r>
          </a:p>
          <a:p>
            <a: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├── Timer0 (CTC) → OC0 (PB3) Square Wave ~97.66 Hz</a:t>
            </a:r>
          </a:p>
          <a:p>
            <a: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├── Timer1 (Fast PWM 8-bit) → OC1A (PD5), OC1B (PD4) PWM ~30.52 Hz</a:t>
            </a:r>
          </a:p>
          <a:p>
            <a: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└── Timer2 (Phase Correct PWM) → OC2 (PD7) PWM ~15.32 Hz</a:t>
            </a:r>
          </a:p>
          <a:p>
            <a:r>
              <a:rPr lang="en-US" sz="2000" b="0" i="0" dirty="0" err="1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Prescaler</a:t>
            </a:r>
            <a: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1024 for all timers</a:t>
            </a:r>
          </a:p>
          <a:p>
            <a:endParaRPr lang="en-US" sz="2000" b="0" i="0" dirty="0" smtClean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b="0" i="0" dirty="0" smtClean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5224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36649"/>
              </p:ext>
            </p:extLst>
          </p:nvPr>
        </p:nvGraphicFramePr>
        <p:xfrm>
          <a:off x="382141" y="714849"/>
          <a:ext cx="11313989" cy="5989448"/>
        </p:xfrm>
        <a:graphic>
          <a:graphicData uri="http://schemas.openxmlformats.org/drawingml/2006/table">
            <a:tbl>
              <a:tblPr/>
              <a:tblGrid>
                <a:gridCol w="1521920"/>
                <a:gridCol w="1521920"/>
                <a:gridCol w="1521920"/>
                <a:gridCol w="1521920"/>
                <a:gridCol w="1521920"/>
                <a:gridCol w="1521920"/>
                <a:gridCol w="2182469"/>
              </a:tblGrid>
              <a:tr h="68637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Timer</a:t>
                      </a:r>
                    </a:p>
                  </a:txBody>
                  <a:tcPr marL="62881" marR="62881" marT="62881" marB="6288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</a:t>
                      </a:r>
                    </a:p>
                  </a:txBody>
                  <a:tcPr marL="62881" marR="62881" marT="62881" marB="6288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WGM Bits</a:t>
                      </a:r>
                    </a:p>
                  </a:txBody>
                  <a:tcPr marL="62881" marR="62881" marT="62881" marB="6288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</a:t>
                      </a:r>
                    </a:p>
                  </a:txBody>
                  <a:tcPr marL="62881" marR="62881" marT="62881" marB="6288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OCR Value</a:t>
                      </a:r>
                    </a:p>
                  </a:txBody>
                  <a:tcPr marL="62881" marR="62881" marT="62881" marB="6288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 Pin(s)</a:t>
                      </a:r>
                    </a:p>
                  </a:txBody>
                  <a:tcPr marL="62881" marR="62881" marT="62881" marB="6288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 Bits</a:t>
                      </a:r>
                    </a:p>
                  </a:txBody>
                  <a:tcPr marL="62881" marR="62881" marT="62881" marB="6288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1539851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Timer0</a:t>
                      </a:r>
                    </a:p>
                  </a:txBody>
                  <a:tcPr marL="62881" marR="62881" marT="62881" marB="6288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CTC</a:t>
                      </a:r>
                    </a:p>
                  </a:txBody>
                  <a:tcPr marL="62881" marR="62881" marT="62881" marB="6288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WGM01=1</a:t>
                      </a:r>
                    </a:p>
                  </a:txBody>
                  <a:tcPr marL="62881" marR="62881" marT="62881" marB="6288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OCR0</a:t>
                      </a:r>
                    </a:p>
                  </a:txBody>
                  <a:tcPr marL="62881" marR="62881" marT="62881" marB="6288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</a:p>
                  </a:txBody>
                  <a:tcPr marL="62881" marR="62881" marT="62881" marB="6288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PB3 (OC0)</a:t>
                      </a:r>
                    </a:p>
                  </a:txBody>
                  <a:tcPr marL="62881" marR="62881" marT="62881" marB="6288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COM00=1 (Toggle) smart-home-documentation.pdf​</a:t>
                      </a:r>
                    </a:p>
                  </a:txBody>
                  <a:tcPr marL="62881" marR="62881" marT="62881" marB="6288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9851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Timer1</a:t>
                      </a:r>
                    </a:p>
                  </a:txBody>
                  <a:tcPr marL="62881" marR="62881" marT="62881" marB="6288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Fast PWM 8-bit</a:t>
                      </a:r>
                    </a:p>
                  </a:txBody>
                  <a:tcPr marL="62881" marR="62881" marT="62881" marB="6288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WGM10=1</a:t>
                      </a:r>
                    </a:p>
                  </a:txBody>
                  <a:tcPr marL="62881" marR="62881" marT="62881" marB="6288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255</a:t>
                      </a:r>
                    </a:p>
                  </a:txBody>
                  <a:tcPr marL="62881" marR="62881" marT="62881" marB="6288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OCR1A=64, OCR1B=64</a:t>
                      </a:r>
                    </a:p>
                  </a:txBody>
                  <a:tcPr marL="62881" marR="62881" marT="62881" marB="6288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PD5, PD4</a:t>
                      </a:r>
                    </a:p>
                  </a:txBody>
                  <a:tcPr marL="62881" marR="62881" marT="62881" marB="6288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COM1A1:0=2, COM1B1:0=2 smart-home-documentation.pdf​</a:t>
                      </a:r>
                    </a:p>
                  </a:txBody>
                  <a:tcPr marL="62881" marR="62881" marT="62881" marB="6288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4345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Timer2</a:t>
                      </a:r>
                    </a:p>
                  </a:txBody>
                  <a:tcPr marL="62881" marR="62881" marT="62881" marB="6288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Phase Correct PWM</a:t>
                      </a:r>
                    </a:p>
                  </a:txBody>
                  <a:tcPr marL="62881" marR="62881" marT="62881" marB="6288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WGM20=1</a:t>
                      </a:r>
                    </a:p>
                  </a:txBody>
                  <a:tcPr marL="62881" marR="62881" marT="62881" marB="6288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255</a:t>
                      </a:r>
                    </a:p>
                  </a:txBody>
                  <a:tcPr marL="62881" marR="62881" marT="62881" marB="6288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</a:t>
                      </a:r>
                    </a:p>
                  </a:txBody>
                  <a:tcPr marL="62881" marR="62881" marT="62881" marB="6288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PD7 (OC2)</a:t>
                      </a:r>
                    </a:p>
                  </a:txBody>
                  <a:tcPr marL="62881" marR="62881" marT="62881" marB="6288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COM21:20=2 (Clear Up/Set Down) smart-home-documentation.pdf​</a:t>
                      </a:r>
                    </a:p>
                  </a:txBody>
                  <a:tcPr marL="62881" marR="62881" marT="62881" marB="6288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19748" y="214532"/>
            <a:ext cx="292759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Timer Configurations :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4593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786" y="302359"/>
            <a:ext cx="10208524" cy="686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Waveform Generation Details :</a:t>
            </a:r>
          </a:p>
          <a:p>
            <a: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Timer0 CTC Waveform</a:t>
            </a:r>
          </a:p>
          <a:p>
            <a:r>
              <a:rPr lang="en-US" sz="2000" b="1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Frequency Calculation:</a:t>
            </a:r>
            <a: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Timer clock = 8MHz/1024 = 7812.5 Hz</a:t>
            </a:r>
            <a:b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Tick time = 1/7812.5 = 0.128 </a:t>
            </a:r>
            <a:r>
              <a:rPr lang="en-US" sz="2000" b="0" i="0" dirty="0" err="1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Period = 2 × OCR0 × </a:t>
            </a:r>
            <a:r>
              <a:rPr lang="en-US" sz="2000" b="0" i="0" dirty="0" err="1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tick_time</a:t>
            </a:r>
            <a: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2 × 80 × 0.128 </a:t>
            </a:r>
            <a:r>
              <a:rPr lang="en-US" sz="2000" b="0" i="0" dirty="0" err="1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20.48 </a:t>
            </a:r>
            <a:r>
              <a:rPr lang="en-US" sz="2000" b="0" i="0" dirty="0" err="1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Frequency = 1/20.48 </a:t>
            </a:r>
            <a:r>
              <a:rPr lang="en-US" sz="2000" b="0" i="0" dirty="0" err="1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97.66 Hz​</a:t>
            </a:r>
          </a:p>
          <a:p>
            <a: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Timer1 Fast PWM</a:t>
            </a:r>
          </a:p>
          <a:p>
            <a:endParaRPr lang="en-US" sz="2000" b="0" i="0" dirty="0" smtClean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Frequency Calculation:</a:t>
            </a:r>
            <a: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Period = 256 × 0.128 </a:t>
            </a:r>
            <a:r>
              <a:rPr lang="en-US" sz="2000" b="0" i="0" dirty="0" err="1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32.768 </a:t>
            </a:r>
            <a:r>
              <a:rPr lang="en-US" sz="2000" b="0" i="0" dirty="0" err="1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Frequency = 30.52 Hz (25% duty cycle at OCR=64)​</a:t>
            </a:r>
          </a:p>
          <a:p>
            <a: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Timer2 Phase Correct PWM</a:t>
            </a:r>
          </a:p>
          <a:p>
            <a: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Frequency Calculation:</a:t>
            </a:r>
            <a:b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Period = 2 × 255 × 0.128 </a:t>
            </a:r>
            <a:r>
              <a:rPr lang="en-US" sz="2000" b="0" i="0" dirty="0" err="1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65.28 </a:t>
            </a:r>
            <a:r>
              <a:rPr lang="en-US" sz="2000" b="0" i="0" dirty="0" err="1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Frequency = 15.32 Hz (25% duty cycle at OCR2=64)​</a:t>
            </a:r>
          </a:p>
          <a:p>
            <a: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Function Implementations</a:t>
            </a:r>
          </a:p>
          <a:p>
            <a: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TIMER0_CTC_wave_nonpwm()</a:t>
            </a:r>
          </a:p>
          <a:p>
            <a: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TCCR0 = (1&lt;&lt;WGM01) | (1&lt;&lt;CS02) | (1&lt;&lt;CS00);  // CTC, </a:t>
            </a:r>
            <a:r>
              <a:rPr lang="en-US" sz="2000" b="0" i="0" dirty="0" err="1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Prescaler</a:t>
            </a:r>
            <a: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1024</a:t>
            </a:r>
          </a:p>
          <a:p>
            <a: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OCR0 = 80;                                    // Compare match value</a:t>
            </a:r>
          </a:p>
          <a:p>
            <a: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TCCR0 |= (1&lt;&lt;COM00);                          // Toggle OC0 on compare</a:t>
            </a:r>
          </a:p>
          <a:p>
            <a:endParaRPr lang="en-U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7697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13524" y="187236"/>
            <a:ext cx="11332911" cy="686341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TIMER1_fast_pwm_8bit_wave()</a:t>
            </a:r>
          </a:p>
          <a:p>
            <a: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TCCR1A = (1&lt;&lt;WGM10);                          // Fast PWM 8-bit</a:t>
            </a:r>
          </a:p>
          <a:p>
            <a: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TCCR1B = (1&lt;&lt;CS12) | (1&lt;&lt;CS10);               // </a:t>
            </a:r>
            <a:r>
              <a:rPr lang="en-US" sz="2000" b="0" i="0" dirty="0" err="1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Prescaler</a:t>
            </a:r>
            <a: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1024</a:t>
            </a:r>
          </a:p>
          <a:p>
            <a: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OCR1A = OCR1B = 64;                           // 25% duty cycle</a:t>
            </a:r>
          </a:p>
          <a:p>
            <a: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TCCR1A |= (1&lt;&lt;COM1A1)|(1&lt;&lt;COM1B1);            // Clear/Set OC1A/OC1B</a:t>
            </a:r>
          </a:p>
          <a:p>
            <a:endParaRPr lang="en-US" sz="2000" b="0" i="0" dirty="0" smtClean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TIMER2_phase_correct_pwm_wave()</a:t>
            </a:r>
          </a:p>
          <a:p>
            <a: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TCCR2 = (1&lt;&lt;WGM20) | (1&lt;&lt;COM21) | (1&lt;&lt;CS22) | (1&lt;&lt;CS20); // Phase PWM, </a:t>
            </a:r>
            <a:r>
              <a:rPr lang="en-US" sz="2000" b="0" i="0" dirty="0" err="1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Prescaler</a:t>
            </a:r>
            <a: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1024</a:t>
            </a:r>
          </a:p>
          <a:p>
            <a:r>
              <a:rPr lang="en-US" sz="2000" b="0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OCR2 = 64;                                        // Duty cycle control</a:t>
            </a:r>
          </a:p>
          <a:p>
            <a:endParaRPr lang="en-US" sz="2000" b="0" i="0" dirty="0" smtClean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Key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Concepts :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CTC Mode: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Clears timer on compare match, toggles output for square wave generation.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Fast PWM: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Fixed TOP=255, frequency independent of duty cycle, ideal for motor control.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Phase Correct PWM: Counts up/down to TOP, symmetrical waveform reduces harmonic distortion.</a:t>
            </a:r>
          </a:p>
          <a:p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Prescaler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Impact: 1024 divides 8MHz to 7.8125kHz tick rate, balancing resolution and range.​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Practical Applications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Motor Control: PWM duty cycle controls speed/torque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LED Dimming: Variable brightness via duty cycle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Audio Generation: CTC square waves for tones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Servo Control: Precise PWM pulse widths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Signal Generation: Custom frequency waveforms for sensors/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comms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37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8113" y="269122"/>
            <a:ext cx="2584810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Testing Validation : 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4995879"/>
              </p:ext>
            </p:extLst>
          </p:nvPr>
        </p:nvGraphicFramePr>
        <p:xfrm>
          <a:off x="768113" y="1029497"/>
          <a:ext cx="10515600" cy="365760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  <a:gridCol w="2628900"/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 Case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Configuration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Expected Output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Pass Criteria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TC-01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Timer0 OCR0=80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PB3 toggles @97.66Hz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Oscilloscope verification smart-home-documentation.pdf​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TC-02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Timer1 OCR1A=64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PD5/PD4 PWM 30.52Hz, 25% duty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Duty cycle measurement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486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TC-03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Timer2 OCR2=64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PD7 symmetric PWM 15.32Hz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Waveform symmetry check smart-home-documentation.pdf​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5312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474</Words>
  <Application>Microsoft Office PowerPoint</Application>
  <PresentationFormat>Widescreen</PresentationFormat>
  <Paragraphs>95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Akshada Waghmode</dc:creator>
  <cp:lastModifiedBy>Akshada Waghmode</cp:lastModifiedBy>
  <cp:revision>2</cp:revision>
  <dcterms:created xsi:type="dcterms:W3CDTF">2025-12-09T12:55:27Z</dcterms:created>
  <dcterms:modified xsi:type="dcterms:W3CDTF">2025-12-09T12:57:14Z</dcterms:modified>
</cp:coreProperties>
</file>